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Space Grotesk"/>
      <ns0:bold ns1:id="rIdFont13"/>
    </ns0:embeddedFont>
    <ns0:embeddedFont>
      <ns0:font typeface="Inter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9e54d8b8-b297-4d29-810e-e9d42b4f51e2.fntdata" /><ns0:Relationship Id="rIdFont14" Type="http://schemas.openxmlformats.org/officeDocument/2006/relationships/font" Target="fonts/652d67eb-0aa2-41e0-a75e-6e12894d3f30.fntdata" /><ns0:Relationship Id="rIdFont15" Type="http://schemas.openxmlformats.org/officeDocument/2006/relationships/font" Target="fonts/dc3194e6-3947-4a32-9f5e-205d15a63c5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65126"/>
            <a:ext cx="6858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879526"/>
            <a:ext cx="11301412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Space Grotesk"/>
              </a:rPr>
              <a:t>BEROEPS2:</a:t>
            </a:r>
            <a:r>
              <a:t>
</a:t>
            </a:r>
            <a:r>
              <a:rPr b="1" sz="5400" i="0" u="none">
                <a:solidFill>
                  <a:srgbClr val="FFFFFF"/>
                </a:solidFill>
                <a:latin typeface="Space Grotesk"/>
              </a:rPr>
              <a:t> Stop de Ontkoking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616648"/>
            <a:ext cx="11430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4A3B8"/>
                </a:solidFill>
                <a:latin typeface="Inter"/>
              </a:rPr>
              <a:t>Ga direct bij je Agile team zitten.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838325"/>
            <a:ext cx="10668000" cy="3781425"/>
          </a:xfrm>
          <a:prstGeom prst="roundRect">
            <a:avLst>
              <a:gd name="adj" fmla="val 30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838325"/>
            <a:ext cx="76200" cy="37814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3476625"/>
            <a:ext cx="9677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238250"/>
            <a:ext cx="114300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64748B"/>
                </a:solidFill>
                <a:latin typeface="Space Grotesk"/>
              </a:rPr>
              <a:t>NIEUW BERICHT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00" y="3790950"/>
            <a:ext cx="97726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E293B"/>
                </a:solidFill>
                <a:latin typeface="Inter"/>
              </a:rPr>
              <a:t>Beste Scrum Masters,</a:t>
            </a:r>
            <a:r>
              <a:t>
</a:t>
            </a:r>
            <a:r>
              <a:t>
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Ik verwacht jullie direct na jullie Daily Standup voor een korte sync aan mijn bureau.</a:t>
            </a:r>
            <a:r>
              <a:t>
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Zorg dat je exact weet of jullie team klaar is voor de pitch. Neem je blockers mee.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0" y="2295525"/>
            <a:ext cx="1428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Van: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0800" y="2295525"/>
            <a:ext cx="3202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GLR Food Freaks (Opdrachtgever)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2638425"/>
            <a:ext cx="1428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Aan: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0800" y="2638425"/>
            <a:ext cx="1726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Alle Scrum Masters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2981325"/>
            <a:ext cx="1428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Onderwerp: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0800" y="2981325"/>
            <a:ext cx="2714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URGENT: Statusupdate Pitch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848225"/>
            <a:ext cx="10668000" cy="762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952625"/>
            <a:ext cx="335280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19600" y="1952625"/>
            <a:ext cx="335280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77200" y="1952625"/>
            <a:ext cx="335280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5076825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762000"/>
            <a:ext cx="114300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Daily Standup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5114925"/>
            <a:ext cx="9810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D4ED8"/>
                </a:solidFill>
                <a:latin typeface="Inter"/>
              </a:rPr>
              <a:t>Scrum Masters: Post direct hierna jullie korte samenvatting in het Teams/Slack kanaal.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257425"/>
            <a:ext cx="3600450" cy="971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000" i="0" u="none">
                <a:solidFill>
                  <a:srgbClr val="3B82F6"/>
                </a:solidFill>
                <a:latin typeface="Space Grotes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381375"/>
            <a:ext cx="2838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Wat heb je gisteren gedaan?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2257425"/>
            <a:ext cx="3600450" cy="971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000" i="0" u="none">
                <a:solidFill>
                  <a:srgbClr val="3B82F6"/>
                </a:solidFill>
                <a:latin typeface="Space Grotes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381375"/>
            <a:ext cx="2838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Wat ga je vandaag doen?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0" y="2257425"/>
            <a:ext cx="3600450" cy="971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000" i="0" u="none">
                <a:solidFill>
                  <a:srgbClr val="3B82F6"/>
                </a:solidFill>
                <a:latin typeface="Space Grotesk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381375"/>
            <a:ext cx="2838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Lopen we ergens op vast?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768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2571750"/>
            <a:ext cx="17145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3981450"/>
            <a:ext cx="238125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4457700"/>
            <a:ext cx="238125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4933950"/>
            <a:ext cx="238125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1624012"/>
            <a:ext cx="65532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EDD5"/>
                </a:solidFill>
                <a:latin typeface="Inter"/>
              </a:rPr>
              <a:t>MANAGEMENT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800" y="2128837"/>
            <a:ext cx="6180772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FFFFFF"/>
                </a:solidFill>
                <a:latin typeface="Space Grotesk"/>
              </a:rPr>
              <a:t>Scrum of Scrums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9325" y="3957637"/>
            <a:ext cx="616267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FFFFFF"/>
                </a:solidFill>
                <a:latin typeface="Inter"/>
              </a:rPr>
              <a:t>Scrum Masters naar voren.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9325" y="4433887"/>
            <a:ext cx="616267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FFFFFF"/>
                </a:solidFill>
                <a:latin typeface="Inter"/>
              </a:rPr>
              <a:t>Fist to Five status peiling.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9325" y="4910137"/>
            <a:ext cx="616267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FFFFFF"/>
                </a:solidFill>
                <a:latin typeface="Inter"/>
              </a:rPr>
              <a:t>Teams werken ondertussen stil door.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650" y="2286000"/>
            <a:ext cx="2857500" cy="2286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672780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749105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3806130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537" y="4882455"/>
            <a:ext cx="23812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337369"/>
            <a:ext cx="5380672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Kruisbestuiving &amp;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63130"/>
            <a:ext cx="5124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4748B"/>
                </a:solidFill>
                <a:latin typeface="Inter"/>
              </a:rPr>
              <a:t>Eén bureau, één doel. Help elkaar over de eindstreep.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7800" y="3672780"/>
            <a:ext cx="570071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Team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800" y="4044255"/>
            <a:ext cx="4438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Scrum Masters praten hun team bij over de eisen van de klant.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7800" y="4749105"/>
            <a:ext cx="570071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Resource Sharing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7800" y="5120580"/>
            <a:ext cx="4438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Leen developers uit aan vastgelopen teams om blockers op te lossen.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245965"/>
            <a:ext cx="6096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58207" y="3160365"/>
            <a:ext cx="4675584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Space Grotesk"/>
              </a:rPr>
              <a:t>Aan de slag.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4059435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Fix het prototype. Bereid je verhaal voor. Zorg dat je die GO haalt.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