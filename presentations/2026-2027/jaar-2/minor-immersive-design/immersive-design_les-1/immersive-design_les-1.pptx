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45"/>
    <p:restoredTop sz="94608"/>
  </p:normalViewPr>
  <p:slideViewPr>
    <p:cSldViewPr snapToGrid="0" snapToObjects="1">
      <p:cViewPr varScale="1">
        <p:scale>
          <a:sx n="135" d="100"/>
          <a:sy n="135" d="100"/>
        </p:scale>
        <p:origin x="7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2439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Welkom </a:t>
            </a:r>
            <a:r>
              <a:rPr dirty="0" err="1"/>
              <a:t>bij</a:t>
            </a:r>
            <a:r>
              <a:rPr dirty="0"/>
              <a:t> de </a:t>
            </a:r>
            <a:r>
              <a:rPr dirty="0" err="1"/>
              <a:t>eerste</a:t>
            </a:r>
            <a:r>
              <a:rPr dirty="0"/>
              <a:t> les van de module </a:t>
            </a:r>
            <a:r>
              <a:rPr dirty="0" err="1"/>
              <a:t>WebXR</a:t>
            </a:r>
            <a:r>
              <a:rPr dirty="0"/>
              <a:t>. Tot nu toe </a:t>
            </a:r>
            <a:r>
              <a:rPr dirty="0" err="1"/>
              <a:t>hebben</a:t>
            </a:r>
            <a:r>
              <a:rPr dirty="0"/>
              <a:t> </a:t>
            </a:r>
            <a:r>
              <a:rPr dirty="0" err="1"/>
              <a:t>jullie</a:t>
            </a:r>
            <a:r>
              <a:rPr dirty="0"/>
              <a:t> </a:t>
            </a:r>
            <a:r>
              <a:rPr dirty="0" err="1"/>
              <a:t>platte</a:t>
            </a:r>
            <a:r>
              <a:rPr dirty="0"/>
              <a:t> 2D </a:t>
            </a:r>
            <a:r>
              <a:rPr dirty="0" err="1"/>
              <a:t>webapplicaties</a:t>
            </a:r>
            <a:r>
              <a:rPr dirty="0"/>
              <a:t> </a:t>
            </a:r>
            <a:r>
              <a:rPr dirty="0" err="1"/>
              <a:t>gebouwd</a:t>
            </a:r>
            <a:r>
              <a:rPr dirty="0"/>
              <a:t>, maar </a:t>
            </a:r>
            <a:r>
              <a:rPr dirty="0" err="1"/>
              <a:t>vandaag</a:t>
            </a:r>
            <a:r>
              <a:rPr dirty="0"/>
              <a:t> </a:t>
            </a:r>
            <a:r>
              <a:rPr dirty="0" err="1"/>
              <a:t>gaan</a:t>
            </a:r>
            <a:r>
              <a:rPr dirty="0"/>
              <a:t> we </a:t>
            </a:r>
            <a:r>
              <a:rPr dirty="0" err="1"/>
              <a:t>letterlijk</a:t>
            </a:r>
            <a:r>
              <a:rPr dirty="0"/>
              <a:t> de </a:t>
            </a:r>
            <a:r>
              <a:rPr dirty="0" err="1"/>
              <a:t>diepte</a:t>
            </a:r>
            <a:r>
              <a:rPr dirty="0"/>
              <a:t> in. Dit is </a:t>
            </a:r>
            <a:r>
              <a:rPr dirty="0" err="1"/>
              <a:t>jullie</a:t>
            </a:r>
            <a:r>
              <a:rPr dirty="0"/>
              <a:t> </a:t>
            </a:r>
            <a:r>
              <a:rPr dirty="0" err="1"/>
              <a:t>voorbereiding</a:t>
            </a:r>
            <a:r>
              <a:rPr dirty="0"/>
              <a:t> op het </a:t>
            </a:r>
            <a:r>
              <a:rPr dirty="0" err="1"/>
              <a:t>keuzedeel</a:t>
            </a:r>
            <a:r>
              <a:rPr dirty="0"/>
              <a:t> Virtual </a:t>
            </a:r>
            <a:r>
              <a:rPr dirty="0" err="1"/>
              <a:t>en</a:t>
            </a:r>
            <a:r>
              <a:rPr dirty="0"/>
              <a:t> augmented reality.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Toon 1 tot 2 </a:t>
            </a:r>
            <a:r>
              <a:rPr dirty="0" err="1"/>
              <a:t>minuten</a:t>
            </a:r>
            <a:r>
              <a:rPr dirty="0"/>
              <a:t> van de video "Santuario Digital - </a:t>
            </a:r>
            <a:r>
              <a:rPr dirty="0" err="1"/>
              <a:t>WebXR</a:t>
            </a:r>
            <a:r>
              <a:rPr dirty="0"/>
              <a:t> Creative Environment Showcase". Kijk even </a:t>
            </a:r>
            <a:r>
              <a:rPr dirty="0" err="1"/>
              <a:t>goed</a:t>
            </a:r>
            <a:r>
              <a:rPr dirty="0"/>
              <a:t> </a:t>
            </a:r>
            <a:r>
              <a:rPr dirty="0" err="1"/>
              <a:t>naar</a:t>
            </a:r>
            <a:r>
              <a:rPr dirty="0"/>
              <a:t> wat </a:t>
            </a:r>
            <a:r>
              <a:rPr dirty="0" err="1"/>
              <a:t>hier</a:t>
            </a:r>
            <a:r>
              <a:rPr dirty="0"/>
              <a:t> </a:t>
            </a:r>
            <a:r>
              <a:rPr dirty="0" err="1"/>
              <a:t>gebeurt</a:t>
            </a:r>
            <a:r>
              <a:rPr dirty="0"/>
              <a:t>. Het web zit </a:t>
            </a:r>
            <a:r>
              <a:rPr dirty="0" err="1"/>
              <a:t>niet</a:t>
            </a:r>
            <a:r>
              <a:rPr dirty="0"/>
              <a:t> </a:t>
            </a:r>
            <a:r>
              <a:rPr dirty="0" err="1"/>
              <a:t>meer</a:t>
            </a:r>
            <a:r>
              <a:rPr dirty="0"/>
              <a:t> vast </a:t>
            </a:r>
            <a:r>
              <a:rPr dirty="0" err="1"/>
              <a:t>aan</a:t>
            </a:r>
            <a:r>
              <a:rPr dirty="0"/>
              <a:t> </a:t>
            </a:r>
            <a:r>
              <a:rPr dirty="0" err="1"/>
              <a:t>platte</a:t>
            </a:r>
            <a:r>
              <a:rPr dirty="0"/>
              <a:t> </a:t>
            </a:r>
            <a:r>
              <a:rPr dirty="0" err="1"/>
              <a:t>schermen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Laat de </a:t>
            </a:r>
            <a:r>
              <a:rPr dirty="0" err="1"/>
              <a:t>klas</a:t>
            </a:r>
            <a:r>
              <a:rPr dirty="0"/>
              <a:t> </a:t>
            </a:r>
            <a:r>
              <a:rPr dirty="0" err="1"/>
              <a:t>kort</a:t>
            </a:r>
            <a:r>
              <a:rPr dirty="0"/>
              <a:t> </a:t>
            </a:r>
            <a:r>
              <a:rPr dirty="0" err="1"/>
              <a:t>nadenken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antwoord</a:t>
            </a:r>
            <a:r>
              <a:rPr dirty="0"/>
              <a:t> </a:t>
            </a:r>
            <a:r>
              <a:rPr dirty="0" err="1"/>
              <a:t>geven</a:t>
            </a:r>
            <a:r>
              <a:rPr dirty="0"/>
              <a:t>. </a:t>
            </a:r>
            <a:r>
              <a:rPr dirty="0" err="1"/>
              <a:t>Stuur</a:t>
            </a:r>
            <a:r>
              <a:rPr dirty="0"/>
              <a:t> het </a:t>
            </a:r>
            <a:r>
              <a:rPr dirty="0" err="1"/>
              <a:t>gesprek</a:t>
            </a:r>
            <a:r>
              <a:rPr dirty="0"/>
              <a:t> </a:t>
            </a:r>
            <a:r>
              <a:rPr dirty="0" err="1"/>
              <a:t>richting</a:t>
            </a:r>
            <a:r>
              <a:rPr dirty="0"/>
              <a:t> de Z-as (</a:t>
            </a:r>
            <a:r>
              <a:rPr dirty="0" err="1"/>
              <a:t>diepte</a:t>
            </a:r>
            <a:r>
              <a:rPr dirty="0"/>
              <a:t>). In 2D </a:t>
            </a:r>
            <a:r>
              <a:rPr dirty="0" err="1"/>
              <a:t>heb</a:t>
            </a:r>
            <a:r>
              <a:rPr dirty="0"/>
              <a:t> je </a:t>
            </a:r>
            <a:r>
              <a:rPr dirty="0" err="1"/>
              <a:t>alleen</a:t>
            </a:r>
            <a:r>
              <a:rPr dirty="0"/>
              <a:t> X </a:t>
            </a:r>
            <a:r>
              <a:rPr dirty="0" err="1"/>
              <a:t>en</a:t>
            </a:r>
            <a:r>
              <a:rPr dirty="0"/>
              <a:t> Y. Bij </a:t>
            </a:r>
            <a:r>
              <a:rPr dirty="0" err="1"/>
              <a:t>een</a:t>
            </a:r>
            <a:r>
              <a:rPr dirty="0"/>
              <a:t> </a:t>
            </a:r>
            <a:r>
              <a:rPr dirty="0" err="1"/>
              <a:t>gewone</a:t>
            </a:r>
            <a:r>
              <a:rPr dirty="0"/>
              <a:t> website: links/</a:t>
            </a:r>
            <a:r>
              <a:rPr dirty="0" err="1"/>
              <a:t>rechts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boven</a:t>
            </a:r>
            <a:r>
              <a:rPr dirty="0"/>
              <a:t>/</a:t>
            </a:r>
            <a:r>
              <a:rPr dirty="0" err="1"/>
              <a:t>onder</a:t>
            </a:r>
            <a:r>
              <a:rPr dirty="0"/>
              <a:t>. Maar in 3D </a:t>
            </a:r>
            <a:r>
              <a:rPr dirty="0" err="1"/>
              <a:t>komt</a:t>
            </a:r>
            <a:r>
              <a:rPr dirty="0"/>
              <a:t> de Z-as </a:t>
            </a:r>
            <a:r>
              <a:rPr dirty="0" err="1"/>
              <a:t>erbij</a:t>
            </a:r>
            <a:r>
              <a:rPr dirty="0"/>
              <a:t>: </a:t>
            </a:r>
            <a:r>
              <a:rPr dirty="0" err="1"/>
              <a:t>diepte</a:t>
            </a:r>
            <a:r>
              <a:rPr dirty="0"/>
              <a:t>. Hoe </a:t>
            </a:r>
            <a:r>
              <a:rPr dirty="0" err="1"/>
              <a:t>ver</a:t>
            </a:r>
            <a:r>
              <a:rPr dirty="0"/>
              <a:t> </a:t>
            </a:r>
            <a:r>
              <a:rPr dirty="0" err="1"/>
              <a:t>staat</a:t>
            </a:r>
            <a:r>
              <a:rPr dirty="0"/>
              <a:t> de </a:t>
            </a:r>
            <a:r>
              <a:rPr dirty="0" err="1"/>
              <a:t>stoel</a:t>
            </a:r>
            <a:r>
              <a:rPr dirty="0"/>
              <a:t> van de </a:t>
            </a:r>
            <a:r>
              <a:rPr dirty="0" err="1"/>
              <a:t>kijker</a:t>
            </a:r>
            <a:r>
              <a:rPr dirty="0"/>
              <a:t> </a:t>
            </a:r>
            <a:r>
              <a:rPr dirty="0" err="1"/>
              <a:t>af</a:t>
            </a:r>
            <a:r>
              <a:rPr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Voordat</a:t>
            </a:r>
            <a:r>
              <a:rPr dirty="0"/>
              <a:t> we </a:t>
            </a:r>
            <a:r>
              <a:rPr dirty="0" err="1"/>
              <a:t>gaan</a:t>
            </a:r>
            <a:r>
              <a:rPr dirty="0"/>
              <a:t> </a:t>
            </a:r>
            <a:r>
              <a:rPr dirty="0" err="1"/>
              <a:t>ontdekken</a:t>
            </a:r>
            <a:r>
              <a:rPr dirty="0"/>
              <a:t> HOE je in 3D </a:t>
            </a:r>
            <a:r>
              <a:rPr dirty="0" err="1"/>
              <a:t>codeert</a:t>
            </a:r>
            <a:r>
              <a:rPr dirty="0"/>
              <a:t>, is </a:t>
            </a:r>
            <a:r>
              <a:rPr dirty="0" err="1"/>
              <a:t>dit</a:t>
            </a:r>
            <a:r>
              <a:rPr dirty="0"/>
              <a:t> wat je </a:t>
            </a:r>
            <a:r>
              <a:rPr dirty="0" err="1"/>
              <a:t>vandaag</a:t>
            </a:r>
            <a:r>
              <a:rPr dirty="0"/>
              <a:t> </a:t>
            </a:r>
            <a:r>
              <a:rPr dirty="0" err="1"/>
              <a:t>gaat</a:t>
            </a:r>
            <a:r>
              <a:rPr dirty="0"/>
              <a:t> </a:t>
            </a:r>
            <a:r>
              <a:rPr dirty="0" err="1"/>
              <a:t>opleveren</a:t>
            </a:r>
            <a:r>
              <a:rPr dirty="0"/>
              <a:t>. Jullie </a:t>
            </a:r>
            <a:r>
              <a:rPr dirty="0" err="1"/>
              <a:t>bouwen</a:t>
            </a:r>
            <a:r>
              <a:rPr dirty="0"/>
              <a:t> de </a:t>
            </a:r>
            <a:r>
              <a:rPr dirty="0" err="1"/>
              <a:t>fundering</a:t>
            </a:r>
            <a:r>
              <a:rPr dirty="0"/>
              <a:t> </a:t>
            </a:r>
            <a:r>
              <a:rPr dirty="0" err="1"/>
              <a:t>voor</a:t>
            </a:r>
            <a:r>
              <a:rPr dirty="0"/>
              <a:t> Immersed. </a:t>
            </a:r>
            <a:r>
              <a:rPr dirty="0" err="1"/>
              <a:t>Greyboxing</a:t>
            </a:r>
            <a:r>
              <a:rPr dirty="0"/>
              <a:t>: </a:t>
            </a:r>
            <a:r>
              <a:rPr dirty="0" err="1"/>
              <a:t>grijze</a:t>
            </a:r>
            <a:r>
              <a:rPr dirty="0"/>
              <a:t> </a:t>
            </a:r>
            <a:r>
              <a:rPr dirty="0" err="1"/>
              <a:t>blokken</a:t>
            </a:r>
            <a:r>
              <a:rPr dirty="0"/>
              <a:t> of </a:t>
            </a:r>
            <a:r>
              <a:rPr dirty="0" err="1"/>
              <a:t>simpele</a:t>
            </a:r>
            <a:r>
              <a:rPr dirty="0"/>
              <a:t> </a:t>
            </a:r>
            <a:r>
              <a:rPr dirty="0" err="1"/>
              <a:t>vormen</a:t>
            </a:r>
            <a:r>
              <a:rPr dirty="0"/>
              <a:t> </a:t>
            </a:r>
            <a:r>
              <a:rPr dirty="0" err="1"/>
              <a:t>zonder</a:t>
            </a:r>
            <a:r>
              <a:rPr dirty="0"/>
              <a:t> </a:t>
            </a:r>
            <a:r>
              <a:rPr dirty="0" err="1"/>
              <a:t>complexe</a:t>
            </a:r>
            <a:r>
              <a:rPr dirty="0"/>
              <a:t> textures.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Laten we de </a:t>
            </a:r>
            <a:r>
              <a:rPr dirty="0" err="1"/>
              <a:t>ruimte</a:t>
            </a:r>
            <a:r>
              <a:rPr dirty="0"/>
              <a:t> om </a:t>
            </a:r>
            <a:r>
              <a:rPr dirty="0" err="1"/>
              <a:t>ons</a:t>
            </a:r>
            <a:r>
              <a:rPr dirty="0"/>
              <a:t> </a:t>
            </a:r>
            <a:r>
              <a:rPr dirty="0" err="1"/>
              <a:t>heen</a:t>
            </a:r>
            <a:r>
              <a:rPr dirty="0"/>
              <a:t> </a:t>
            </a:r>
            <a:r>
              <a:rPr dirty="0" err="1"/>
              <a:t>gebruiken</a:t>
            </a:r>
            <a:r>
              <a:rPr dirty="0"/>
              <a:t>. Armen </a:t>
            </a:r>
            <a:r>
              <a:rPr dirty="0" err="1"/>
              <a:t>wijd</a:t>
            </a:r>
            <a:r>
              <a:rPr dirty="0"/>
              <a:t>: X-as, links </a:t>
            </a:r>
            <a:r>
              <a:rPr dirty="0" err="1"/>
              <a:t>negatief</a:t>
            </a:r>
            <a:r>
              <a:rPr dirty="0"/>
              <a:t>, </a:t>
            </a:r>
            <a:r>
              <a:rPr dirty="0" err="1"/>
              <a:t>rechts</a:t>
            </a:r>
            <a:r>
              <a:rPr dirty="0"/>
              <a:t> </a:t>
            </a:r>
            <a:r>
              <a:rPr dirty="0" err="1"/>
              <a:t>positief</a:t>
            </a:r>
            <a:r>
              <a:rPr dirty="0"/>
              <a:t>. Y-as </a:t>
            </a:r>
            <a:r>
              <a:rPr dirty="0" err="1"/>
              <a:t>onder</a:t>
            </a:r>
            <a:r>
              <a:rPr dirty="0"/>
              <a:t> </a:t>
            </a:r>
            <a:r>
              <a:rPr dirty="0" err="1"/>
              <a:t>naar</a:t>
            </a:r>
            <a:r>
              <a:rPr dirty="0"/>
              <a:t> </a:t>
            </a:r>
            <a:r>
              <a:rPr dirty="0" err="1"/>
              <a:t>boven</a:t>
            </a:r>
            <a:r>
              <a:rPr dirty="0"/>
              <a:t>, </a:t>
            </a:r>
            <a:r>
              <a:rPr dirty="0" err="1"/>
              <a:t>vloer</a:t>
            </a:r>
            <a:r>
              <a:rPr dirty="0"/>
              <a:t>=0, plafond </a:t>
            </a:r>
            <a:r>
              <a:rPr dirty="0" err="1"/>
              <a:t>positief</a:t>
            </a:r>
            <a:r>
              <a:rPr dirty="0"/>
              <a:t>. Z-as: monitor in </a:t>
            </a:r>
            <a:r>
              <a:rPr dirty="0" err="1"/>
              <a:t>kijken</a:t>
            </a:r>
            <a:r>
              <a:rPr dirty="0"/>
              <a:t> = </a:t>
            </a:r>
            <a:r>
              <a:rPr dirty="0" err="1"/>
              <a:t>negatieve</a:t>
            </a:r>
            <a:r>
              <a:rPr dirty="0"/>
              <a:t> Z, achter je rug = </a:t>
            </a:r>
            <a:r>
              <a:rPr dirty="0" err="1"/>
              <a:t>positief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Kijk </a:t>
            </a:r>
            <a:r>
              <a:rPr dirty="0" err="1"/>
              <a:t>goed</a:t>
            </a:r>
            <a:r>
              <a:rPr dirty="0"/>
              <a:t> mee. We </a:t>
            </a:r>
            <a:r>
              <a:rPr dirty="0" err="1"/>
              <a:t>maken</a:t>
            </a:r>
            <a:r>
              <a:rPr dirty="0"/>
              <a:t> </a:t>
            </a:r>
            <a:r>
              <a:rPr dirty="0" err="1"/>
              <a:t>een</a:t>
            </a:r>
            <a:r>
              <a:rPr dirty="0"/>
              <a:t> &lt;a-scene&gt;, </a:t>
            </a:r>
            <a:r>
              <a:rPr dirty="0" err="1"/>
              <a:t>dit</a:t>
            </a:r>
            <a:r>
              <a:rPr dirty="0"/>
              <a:t> is </a:t>
            </a:r>
            <a:r>
              <a:rPr dirty="0" err="1"/>
              <a:t>onze</a:t>
            </a:r>
            <a:r>
              <a:rPr dirty="0"/>
              <a:t> </a:t>
            </a:r>
            <a:r>
              <a:rPr dirty="0" err="1"/>
              <a:t>wereld</a:t>
            </a:r>
            <a:r>
              <a:rPr dirty="0"/>
              <a:t>. </a:t>
            </a:r>
            <a:r>
              <a:rPr dirty="0" err="1"/>
              <a:t>Daarin</a:t>
            </a:r>
            <a:r>
              <a:rPr dirty="0"/>
              <a:t> </a:t>
            </a:r>
            <a:r>
              <a:rPr dirty="0" err="1"/>
              <a:t>een</a:t>
            </a:r>
            <a:r>
              <a:rPr dirty="0"/>
              <a:t> &lt;a-box&gt; op position='0 1 -3' (1m </a:t>
            </a:r>
            <a:r>
              <a:rPr dirty="0" err="1"/>
              <a:t>hoog</a:t>
            </a:r>
            <a:r>
              <a:rPr dirty="0"/>
              <a:t>, 3m van </a:t>
            </a:r>
            <a:r>
              <a:rPr dirty="0" err="1"/>
              <a:t>ons</a:t>
            </a:r>
            <a:r>
              <a:rPr dirty="0"/>
              <a:t> </a:t>
            </a:r>
            <a:r>
              <a:rPr dirty="0" err="1"/>
              <a:t>af</a:t>
            </a:r>
            <a:r>
              <a:rPr dirty="0"/>
              <a:t>), </a:t>
            </a:r>
            <a:r>
              <a:rPr dirty="0" err="1"/>
              <a:t>kleur</a:t>
            </a:r>
            <a:r>
              <a:rPr dirty="0"/>
              <a:t> rood. Entity-Component-System: box is Entity (</a:t>
            </a:r>
            <a:r>
              <a:rPr dirty="0" err="1"/>
              <a:t>lege</a:t>
            </a:r>
            <a:r>
              <a:rPr dirty="0"/>
              <a:t> </a:t>
            </a:r>
            <a:r>
              <a:rPr dirty="0" err="1"/>
              <a:t>doos</a:t>
            </a:r>
            <a:r>
              <a:rPr dirty="0"/>
              <a:t>), rood is Component (sticker met </a:t>
            </a:r>
            <a:r>
              <a:rPr dirty="0" err="1"/>
              <a:t>gedrag</a:t>
            </a:r>
            <a:r>
              <a:rPr dirty="0"/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A-Frame entities </a:t>
            </a:r>
            <a:r>
              <a:rPr dirty="0" err="1"/>
              <a:t>zijn</a:t>
            </a:r>
            <a:r>
              <a:rPr dirty="0"/>
              <a:t> </a:t>
            </a:r>
            <a:r>
              <a:rPr dirty="0" err="1"/>
              <a:t>onder</a:t>
            </a:r>
            <a:r>
              <a:rPr dirty="0"/>
              <a:t> de </a:t>
            </a:r>
            <a:r>
              <a:rPr dirty="0" err="1"/>
              <a:t>motorkap</a:t>
            </a:r>
            <a:r>
              <a:rPr dirty="0"/>
              <a:t> HTML-</a:t>
            </a:r>
            <a:r>
              <a:rPr dirty="0" err="1"/>
              <a:t>elementen</a:t>
            </a:r>
            <a:r>
              <a:rPr dirty="0"/>
              <a:t>. </a:t>
            </a:r>
            <a:r>
              <a:rPr dirty="0" err="1"/>
              <a:t>Standaard</a:t>
            </a:r>
            <a:r>
              <a:rPr dirty="0"/>
              <a:t> JavaScript </a:t>
            </a:r>
            <a:r>
              <a:rPr dirty="0" err="1"/>
              <a:t>werkt</a:t>
            </a:r>
            <a:r>
              <a:rPr dirty="0"/>
              <a:t> direct: </a:t>
            </a:r>
            <a:r>
              <a:rPr dirty="0" err="1"/>
              <a:t>document.createElement</a:t>
            </a:r>
            <a:r>
              <a:rPr dirty="0"/>
              <a:t>('a-box') </a:t>
            </a:r>
            <a:r>
              <a:rPr dirty="0" err="1"/>
              <a:t>gebruiken</a:t>
            </a:r>
            <a:r>
              <a:rPr dirty="0"/>
              <a:t> om </a:t>
            </a:r>
            <a:r>
              <a:rPr dirty="0" err="1"/>
              <a:t>objecten</a:t>
            </a:r>
            <a:r>
              <a:rPr dirty="0"/>
              <a:t>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genereren</a:t>
            </a:r>
            <a:r>
              <a:rPr dirty="0"/>
              <a:t>. Dat ga je nu </a:t>
            </a:r>
            <a:r>
              <a:rPr dirty="0" err="1"/>
              <a:t>doen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Laptops open. Open de Reader </a:t>
            </a:r>
            <a:r>
              <a:rPr dirty="0" err="1"/>
              <a:t>bij</a:t>
            </a:r>
            <a:r>
              <a:rPr dirty="0"/>
              <a:t> Lab 1. </a:t>
            </a:r>
            <a:r>
              <a:rPr dirty="0" err="1"/>
              <a:t>Dynamisch</a:t>
            </a:r>
            <a:r>
              <a:rPr dirty="0"/>
              <a:t> 3D-scene </a:t>
            </a:r>
            <a:r>
              <a:rPr dirty="0" err="1"/>
              <a:t>bouwen</a:t>
            </a:r>
            <a:r>
              <a:rPr dirty="0"/>
              <a:t> met </a:t>
            </a:r>
            <a:r>
              <a:rPr dirty="0" err="1"/>
              <a:t>een</a:t>
            </a:r>
            <a:r>
              <a:rPr dirty="0"/>
              <a:t> JavaScript array. Snel </a:t>
            </a:r>
            <a:r>
              <a:rPr dirty="0" err="1"/>
              <a:t>klaar</a:t>
            </a:r>
            <a:r>
              <a:rPr dirty="0"/>
              <a:t>? Kies </a:t>
            </a:r>
            <a:r>
              <a:rPr dirty="0" err="1"/>
              <a:t>een</a:t>
            </a:r>
            <a:r>
              <a:rPr dirty="0"/>
              <a:t> Boss Fight </a:t>
            </a:r>
            <a:r>
              <a:rPr dirty="0" err="1"/>
              <a:t>voor</a:t>
            </a:r>
            <a:r>
              <a:rPr dirty="0"/>
              <a:t> extra </a:t>
            </a:r>
            <a:r>
              <a:rPr dirty="0" err="1"/>
              <a:t>uitdaging</a:t>
            </a:r>
            <a:r>
              <a:rPr dirty="0"/>
              <a:t>. Daarna </a:t>
            </a:r>
            <a:r>
              <a:rPr dirty="0" err="1"/>
              <a:t>starten</a:t>
            </a:r>
            <a:r>
              <a:rPr dirty="0"/>
              <a:t> met </a:t>
            </a:r>
            <a:r>
              <a:rPr dirty="0" err="1"/>
              <a:t>Greyboxing</a:t>
            </a:r>
            <a:r>
              <a:rPr dirty="0"/>
              <a:t> </a:t>
            </a:r>
            <a:r>
              <a:rPr dirty="0" err="1"/>
              <a:t>voor</a:t>
            </a:r>
            <a:r>
              <a:rPr dirty="0"/>
              <a:t> je </a:t>
            </a:r>
            <a:r>
              <a:rPr dirty="0" err="1"/>
              <a:t>eindproject</a:t>
            </a:r>
            <a:r>
              <a:rPr dirty="0"/>
              <a:t>. Succes!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Vandaag</a:t>
            </a:r>
            <a:r>
              <a:rPr dirty="0"/>
              <a:t> </a:t>
            </a:r>
            <a:r>
              <a:rPr dirty="0" err="1"/>
              <a:t>heb</a:t>
            </a:r>
            <a:r>
              <a:rPr dirty="0"/>
              <a:t> je de </a:t>
            </a:r>
            <a:r>
              <a:rPr dirty="0" err="1"/>
              <a:t>fundering</a:t>
            </a:r>
            <a:r>
              <a:rPr dirty="0"/>
              <a:t> </a:t>
            </a:r>
            <a:r>
              <a:rPr dirty="0" err="1"/>
              <a:t>gelegd</a:t>
            </a:r>
            <a:r>
              <a:rPr dirty="0"/>
              <a:t>: Z-as, Entity-Component-System, JavaScript </a:t>
            </a:r>
            <a:r>
              <a:rPr dirty="0" err="1"/>
              <a:t>voor</a:t>
            </a:r>
            <a:r>
              <a:rPr dirty="0"/>
              <a:t> 3D, </a:t>
            </a:r>
            <a:r>
              <a:rPr dirty="0" err="1"/>
              <a:t>en</a:t>
            </a:r>
            <a:r>
              <a:rPr dirty="0"/>
              <a:t> je bent </a:t>
            </a:r>
            <a:r>
              <a:rPr dirty="0" err="1"/>
              <a:t>gestart</a:t>
            </a:r>
            <a:r>
              <a:rPr dirty="0"/>
              <a:t> met </a:t>
            </a:r>
            <a:r>
              <a:rPr dirty="0" err="1"/>
              <a:t>Greyboxing</a:t>
            </a:r>
            <a:r>
              <a:rPr dirty="0"/>
              <a:t>. </a:t>
            </a:r>
            <a:r>
              <a:rPr dirty="0" err="1"/>
              <a:t>Volgende</a:t>
            </a:r>
            <a:r>
              <a:rPr dirty="0"/>
              <a:t> les: textures, </a:t>
            </a:r>
            <a:r>
              <a:rPr dirty="0" err="1"/>
              <a:t>verlichting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interactie</a:t>
            </a:r>
            <a:r>
              <a:rPr dirty="0"/>
              <a:t> — dan </a:t>
            </a:r>
            <a:r>
              <a:rPr dirty="0" err="1"/>
              <a:t>komt</a:t>
            </a:r>
            <a:r>
              <a:rPr dirty="0"/>
              <a:t> je strand </a:t>
            </a:r>
            <a:r>
              <a:rPr dirty="0" err="1"/>
              <a:t>echt</a:t>
            </a:r>
            <a:r>
              <a:rPr dirty="0"/>
              <a:t> tot </a:t>
            </a:r>
            <a:r>
              <a:rPr dirty="0" err="1"/>
              <a:t>leven</a:t>
            </a:r>
            <a:r>
              <a:rPr dirty="0"/>
              <a:t>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8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Calibri"/>
              </a:defRPr>
            </a:pPr>
            <a:r>
              <a:t>WebXR Introductie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00D4FF"/>
                </a:solidFill>
                <a:latin typeface="Calibri"/>
              </a:defRPr>
            </a:pPr>
            <a:r>
              <a:t>De Brug naar 3D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6A7A8E"/>
                </a:solidFill>
                <a:latin typeface="Calibri"/>
              </a:defRPr>
            </a:pPr>
            <a:r>
              <a:t>Module Immersive Design · Les 1 · Fundering WebXR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5303520"/>
            <a:ext cx="36576" cy="36576"/>
          </a:xfrm>
          <a:prstGeom prst="rect">
            <a:avLst/>
          </a:prstGeom>
          <a:solidFill>
            <a:srgbClr val="3A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94560" y="5760720"/>
            <a:ext cx="27432" cy="27432"/>
          </a:xfrm>
          <a:prstGeom prst="rect">
            <a:avLst/>
          </a:prstGeom>
          <a:solidFill>
            <a:srgbClr val="3A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0" y="5303520"/>
            <a:ext cx="36576" cy="36576"/>
          </a:xfrm>
          <a:prstGeom prst="rect">
            <a:avLst/>
          </a:prstGeom>
          <a:solidFill>
            <a:srgbClr val="3A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23360" y="5760720"/>
            <a:ext cx="27432" cy="27432"/>
          </a:xfrm>
          <a:prstGeom prst="rect">
            <a:avLst/>
          </a:prstGeom>
          <a:solidFill>
            <a:srgbClr val="3A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0" y="5303520"/>
            <a:ext cx="36576" cy="36576"/>
          </a:xfrm>
          <a:prstGeom prst="rect">
            <a:avLst/>
          </a:prstGeom>
          <a:solidFill>
            <a:srgbClr val="3A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52160" y="5760720"/>
            <a:ext cx="27432" cy="27432"/>
          </a:xfrm>
          <a:prstGeom prst="rect">
            <a:avLst/>
          </a:prstGeom>
          <a:solidFill>
            <a:srgbClr val="3A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0" y="5303520"/>
            <a:ext cx="36576" cy="36576"/>
          </a:xfrm>
          <a:prstGeom prst="rect">
            <a:avLst/>
          </a:prstGeom>
          <a:solidFill>
            <a:srgbClr val="3A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80960" y="5760720"/>
            <a:ext cx="27432" cy="27432"/>
          </a:xfrm>
          <a:prstGeom prst="rect">
            <a:avLst/>
          </a:prstGeom>
          <a:solidFill>
            <a:srgbClr val="3A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0" y="5303520"/>
            <a:ext cx="36576" cy="36576"/>
          </a:xfrm>
          <a:prstGeom prst="rect">
            <a:avLst/>
          </a:prstGeom>
          <a:solidFill>
            <a:srgbClr val="3A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509760" y="5760720"/>
            <a:ext cx="27432" cy="27432"/>
          </a:xfrm>
          <a:prstGeom prst="rect">
            <a:avLst/>
          </a:prstGeom>
          <a:solidFill>
            <a:srgbClr val="3A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A7A8E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777240"/>
            <a:ext cx="54864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Inspiratie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A7A8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37360"/>
            <a:ext cx="10424160" cy="411480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1042416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286000" y="2194560"/>
            <a:ext cx="7589520" cy="3200400"/>
          </a:xfrm>
          <a:prstGeom prst="roundRect">
            <a:avLst/>
          </a:prstGeom>
          <a:solidFill>
            <a:srgbClr val="0A0F22"/>
          </a:solidFill>
          <a:ln w="12700">
            <a:solidFill>
              <a:srgbClr val="3A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Isosceles Triangle 7"/>
          <p:cNvSpPr/>
          <p:nvPr/>
        </p:nvSpPr>
        <p:spPr>
          <a:xfrm rot="5400000">
            <a:off x="5486400" y="3017520"/>
            <a:ext cx="1097280" cy="1463040"/>
          </a:xfrm>
          <a:prstGeom prst="triangl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4663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Santuario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1206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A7A8E"/>
                </a:solidFill>
                <a:latin typeface="Calibri"/>
              </a:defRPr>
            </a:pPr>
            <a:r>
              <a:t>WebXR Creative Environment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61264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A4A5E"/>
                </a:solidFill>
                <a:latin typeface="Calibri"/>
              </a:defRPr>
            </a:pPr>
            <a:r>
              <a:t>"Het web zit niet meer vast aan platte schermen."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88952" cy="320040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0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00D4FF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Als je </a:t>
            </a:r>
            <a:r>
              <a:rPr dirty="0" err="1"/>
              <a:t>een</a:t>
            </a:r>
            <a:r>
              <a:rPr dirty="0"/>
              <a:t> </a:t>
            </a:r>
            <a:r>
              <a:rPr dirty="0" err="1"/>
              <a:t>stoel</a:t>
            </a:r>
            <a:r>
              <a:rPr dirty="0"/>
              <a:t> in </a:t>
            </a:r>
            <a:r>
              <a:rPr dirty="0" err="1"/>
              <a:t>een</a:t>
            </a:r>
            <a:r>
              <a:rPr dirty="0"/>
              <a:t> 3D-ruimte</a:t>
            </a:r>
            <a:br>
              <a:rPr dirty="0"/>
            </a:br>
            <a:r>
              <a:rPr dirty="0"/>
              <a:t>wilt </a:t>
            </a:r>
            <a:r>
              <a:rPr dirty="0" err="1"/>
              <a:t>plaatsen</a:t>
            </a:r>
            <a:r>
              <a:rPr dirty="0"/>
              <a:t> via code,</a:t>
            </a:r>
            <a:br>
              <a:rPr dirty="0"/>
            </a:br>
            <a:r>
              <a:rPr dirty="0" err="1"/>
              <a:t>welke</a:t>
            </a:r>
            <a:r>
              <a:rPr dirty="0"/>
              <a:t> </a:t>
            </a:r>
            <a:r>
              <a:rPr dirty="0" err="1"/>
              <a:t>informatie</a:t>
            </a:r>
            <a:r>
              <a:rPr dirty="0"/>
              <a:t> </a:t>
            </a:r>
            <a:r>
              <a:rPr dirty="0" err="1"/>
              <a:t>heeft</a:t>
            </a:r>
            <a:r>
              <a:rPr dirty="0"/>
              <a:t> de computer</a:t>
            </a:r>
            <a:br>
              <a:rPr dirty="0"/>
            </a:br>
            <a:r>
              <a:rPr dirty="0"/>
              <a:t>dan extra </a:t>
            </a:r>
            <a:r>
              <a:rPr dirty="0" err="1"/>
              <a:t>nodig</a:t>
            </a:r>
            <a:r>
              <a:rPr dirty="0"/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18833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6A7A8E"/>
                </a:solidFill>
                <a:latin typeface="Calibri"/>
              </a:defRPr>
            </a:pPr>
            <a:r>
              <a:rPr dirty="0"/>
              <a:t>...in </a:t>
            </a:r>
            <a:r>
              <a:rPr dirty="0" err="1"/>
              <a:t>vergelijking</a:t>
            </a:r>
            <a:r>
              <a:rPr dirty="0"/>
              <a:t> met </a:t>
            </a:r>
            <a:r>
              <a:rPr dirty="0" err="1"/>
              <a:t>een</a:t>
            </a:r>
            <a:r>
              <a:rPr dirty="0"/>
              <a:t> </a:t>
            </a:r>
            <a:r>
              <a:rPr dirty="0" err="1"/>
              <a:t>gewone</a:t>
            </a:r>
            <a:r>
              <a:rPr dirty="0"/>
              <a:t> website?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A4A5E"/>
                </a:solidFill>
                <a:latin typeface="Calibri"/>
              </a:defRPr>
            </a:pPr>
            <a:r>
              <a:t>Denk na  ·  Overleg met je buur  ·  30 seconden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A7A8E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777240"/>
            <a:ext cx="54864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Jouw Missie Vandaag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A7A8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303520" cy="438912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D4FF"/>
                </a:solidFill>
                <a:latin typeface="Calibri"/>
              </a:defRPr>
            </a:pPr>
            <a:r>
              <a:t>Eindproject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Immersed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CCD6E0"/>
                </a:solidFill>
                <a:latin typeface="Calibri"/>
              </a:defRPr>
            </a:pPr>
            <a:r>
              <a:t>Interactieve Strandervaring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D6E0"/>
                </a:solidFill>
                <a:latin typeface="Calibri"/>
              </a:defRPr>
            </a:pPr>
            <a:r>
              <a:t>🏖  Zand · Lucht · Zee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D6E0"/>
                </a:solidFill>
                <a:latin typeface="Calibri"/>
              </a:defRPr>
            </a:pPr>
            <a:r>
              <a:t>🏐  5+ objecten plaatsen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D6E0"/>
                </a:solidFill>
                <a:latin typeface="Calibri"/>
              </a:defRPr>
            </a:pPr>
            <a:r>
              <a:t>🕹  Interactie toevoegen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D6E0"/>
                </a:solidFill>
                <a:latin typeface="Calibri"/>
              </a:defRPr>
            </a:pPr>
            <a:r>
              <a:t>📐  3D-ruimte inrichten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828800"/>
            <a:ext cx="5029200" cy="438912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0" y="1828800"/>
            <a:ext cx="5029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0" y="21031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E676"/>
                </a:solidFill>
                <a:latin typeface="Calibri"/>
              </a:defRPr>
            </a:pPr>
            <a:r>
              <a:t>Mijlpaal Vandaag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65176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Greyboxing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47472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CCD6E0"/>
                </a:solidFill>
                <a:latin typeface="Calibri"/>
              </a:defRPr>
            </a:pPr>
            <a:r>
              <a:t>Bouw de statische lay-out</a:t>
            </a:r>
            <a:br/>
            <a:r>
              <a:t>met grijze basisvormen:</a:t>
            </a:r>
            <a:br/>
            <a:br/>
            <a:r>
              <a:t>•  Lucht</a:t>
            </a:r>
            <a:br/>
            <a:r>
              <a:t>•  Zand</a:t>
            </a:r>
            <a:br/>
            <a:r>
              <a:t>•  5+ objecten (kubussen, cilinders)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777240"/>
            <a:ext cx="54864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De 3D Ruimte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A7A8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36576" cy="40233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087368" y="3639312"/>
            <a:ext cx="4023360" cy="36576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18900000">
            <a:off x="4672584" y="2231136"/>
            <a:ext cx="36576" cy="2834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93608" y="3520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4444"/>
                </a:solidFill>
                <a:latin typeface="Calibri"/>
              </a:defRPr>
            </a:pPr>
            <a:r>
              <a:t>X (rechts 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088" y="3520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4444"/>
                </a:solidFill>
                <a:latin typeface="Calibri"/>
              </a:defRPr>
            </a:pPr>
            <a:r>
              <a:t>− X (links)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41848" y="1188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E676"/>
                </a:solidFill>
                <a:latin typeface="Calibri"/>
              </a:defRPr>
            </a:pPr>
            <a:r>
              <a:t>Y (boven +)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1848" y="58521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E676"/>
                </a:solidFill>
                <a:latin typeface="Calibri"/>
              </a:defRPr>
            </a:pPr>
            <a:r>
              <a:t>Y = 0 (vloer)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6328" y="4754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D4FF"/>
                </a:solidFill>
                <a:latin typeface="Calibri"/>
              </a:defRPr>
            </a:pPr>
            <a:r>
              <a:t>Z (diepte −)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1645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D4FF"/>
                </a:solidFill>
                <a:latin typeface="Calibri"/>
              </a:defRPr>
            </a:pPr>
            <a:r>
              <a:t>− Z (achter rug)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44184" y="3602736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A4A5E"/>
                </a:solidFill>
                <a:latin typeface="Calibri"/>
              </a:defRPr>
            </a:pPr>
            <a:r>
              <a:t>Fysieke oefening: laptops dicht, sta op!  |  X = links/rechts  |  Y = onder/boven  |  Z = diepte (monitor in = negatief)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777240"/>
            <a:ext cx="54864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Live Coding: A-Frame &amp; 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A7A8E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6858000" cy="438912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6858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6217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600">
                <a:solidFill>
                  <a:srgbClr val="CCD6E0"/>
                </a:solidFill>
                <a:latin typeface="Courier New"/>
              </a:defRPr>
            </a:pPr>
            <a:r>
              <a:t>&lt;!DOCTYPE html&gt;</a:t>
            </a:r>
            <a:br/>
            <a:r>
              <a:t>&lt;html&gt;</a:t>
            </a:r>
            <a:br/>
            <a:r>
              <a:t> &lt;head&gt;</a:t>
            </a:r>
            <a:br/>
            <a:r>
              <a:t>  &lt;script src="https://aframe.io/releases/1.5.0/aframe.min.js"&gt;&lt;/script&gt;</a:t>
            </a:r>
            <a:br/>
            <a:r>
              <a:t> &lt;/head&gt;</a:t>
            </a:r>
            <a:br/>
            <a:r>
              <a:t> &lt;body&gt;</a:t>
            </a:r>
            <a:br/>
            <a:r>
              <a:t>  &lt;a-scene&gt;</a:t>
            </a:r>
            <a:br/>
            <a:r>
              <a:t>    &lt;a-box position="0 1 -3" color="red"&gt;&lt;/a-box&gt;</a:t>
            </a:r>
            <a:br/>
            <a:r>
              <a:t>  &lt;/a-scene&gt;</a:t>
            </a:r>
            <a:br/>
            <a:r>
              <a:t> &lt;/body&gt;</a:t>
            </a:r>
            <a:br/>
            <a:r>
              <a:t>&lt;/html&gt;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828800"/>
            <a:ext cx="3383280" cy="210312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D4FF"/>
                </a:solidFill>
                <a:latin typeface="Calibri"/>
              </a:defRPr>
            </a:pPr>
            <a:r>
              <a:t>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77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&lt;a-box&gt;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926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A7A8E"/>
                </a:solidFill>
                <a:latin typeface="Calibri"/>
              </a:defRPr>
            </a:pPr>
            <a:r>
              <a:t>Een lege doos in de 3D-wereld.</a:t>
            </a:r>
            <a:br/>
            <a:r>
              <a:t>Nog zonder eigenschappen.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4114800"/>
            <a:ext cx="3383280" cy="210312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4297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A742"/>
                </a:solidFill>
                <a:latin typeface="Calibri"/>
              </a:defRPr>
            </a:pPr>
            <a:r>
              <a:t>Component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663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position="0 1 -3"</a:t>
            </a:r>
            <a:br/>
            <a:r>
              <a:t>color="red"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3949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A7A8E"/>
                </a:solidFill>
                <a:latin typeface="Calibri"/>
              </a:defRPr>
            </a:pPr>
            <a:r>
              <a:t>Een sticker met gedrag:</a:t>
            </a:r>
            <a:br/>
            <a:r>
              <a:t>waar? welke kleur?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498079" y="2743200"/>
            <a:ext cx="457200" cy="274320"/>
          </a:xfrm>
          <a:prstGeom prst="rightArrow">
            <a:avLst/>
          </a:prstGeom>
          <a:solidFill>
            <a:srgbClr val="6A7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777240"/>
            <a:ext cx="54864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JavaScript &amp; 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A7A8E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303520" cy="274320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D4FF"/>
                </a:solidFill>
                <a:latin typeface="Calibri"/>
              </a:defRPr>
            </a:pPr>
            <a:r>
              <a:t>De Overdracht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A-Frame entities</a:t>
            </a:r>
            <a:br/>
            <a:r>
              <a:t>= HTML-elementen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CCD6E0"/>
                </a:solidFill>
                <a:latin typeface="Calibri"/>
              </a:defRPr>
            </a:pPr>
            <a:r>
              <a:t>Gewoon JavaScript werkt direct:</a:t>
            </a:r>
            <a:br/>
            <a:r>
              <a:t>•  document.createElement()</a:t>
            </a:r>
            <a:br/>
            <a:r>
              <a:t>•  setAttribute()</a:t>
            </a:r>
            <a:br/>
            <a:r>
              <a:t>•  appendChild()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828800"/>
            <a:ext cx="5029200" cy="274320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0" y="1828800"/>
            <a:ext cx="5029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0" y="210312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600">
                <a:solidFill>
                  <a:srgbClr val="CCD6E0"/>
                </a:solidFill>
                <a:latin typeface="Courier New"/>
              </a:defRPr>
            </a:pPr>
            <a:r>
              <a:t>// Genereer objecten met JS</a:t>
            </a:r>
            <a:br/>
            <a:r>
              <a:t>const box = document</a:t>
            </a:r>
            <a:br/>
            <a:r>
              <a:t>  .createElement('a-box');</a:t>
            </a:r>
            <a:br/>
            <a:r>
              <a:t>box.setAttribute(</a:t>
            </a:r>
            <a:br/>
            <a:r>
              <a:t>  'position', '2 1 -4');</a:t>
            </a:r>
            <a:br/>
            <a:r>
              <a:t>box.setAttribute(</a:t>
            </a:r>
            <a:br/>
            <a:r>
              <a:t>  'color', 'blue');</a:t>
            </a:r>
            <a:br/>
            <a:r>
              <a:t>scene.appendChild(box);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💡  Dit ga je zo meteen zelf doen — dynamisch een 3D-scene bouwen met een array!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777240"/>
            <a:ext cx="54864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Aan de slag!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A7A8E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474720" cy="411480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47472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E67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A7A8E"/>
                </a:solidFill>
                <a:latin typeface="Calibri"/>
              </a:defRPr>
            </a:pPr>
            <a:r>
              <a:t>A-Frame Scene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CD6E0"/>
                </a:solidFill>
                <a:latin typeface="Calibri"/>
              </a:defRPr>
            </a:pPr>
            <a:r>
              <a:t>Gebruik een JavaScript array</a:t>
            </a:r>
            <a:br/>
            <a:r>
              <a:t>om dynamisch een 3D-scene</a:t>
            </a:r>
            <a:br/>
            <a:r>
              <a:t>te bouwen.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5394960"/>
            <a:ext cx="2286000" cy="3657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F192D"/>
                </a:solidFill>
                <a:latin typeface="Calibri"/>
              </a:defRPr>
            </a:pPr>
            <a:r>
              <a:t>⏱ ~45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828800"/>
            <a:ext cx="3474720" cy="411480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828800"/>
            <a:ext cx="3474720" cy="54864"/>
          </a:xfrm>
          <a:prstGeom prst="rect">
            <a:avLst/>
          </a:prstGeom>
          <a:solidFill>
            <a:srgbClr val="FFA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2103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A742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Boss Fights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A7A8E"/>
                </a:solidFill>
                <a:latin typeface="Calibri"/>
              </a:defRPr>
            </a:pPr>
            <a:r>
              <a:t>Bonusuitdagingen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5661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CD6E0"/>
                </a:solidFill>
                <a:latin typeface="Calibri"/>
              </a:defRPr>
            </a:pPr>
            <a:r>
              <a:t>Kies uit:</a:t>
            </a:r>
            <a:br/>
            <a:r>
              <a:t>•  Wiskunde in 3D</a:t>
            </a:r>
            <a:br/>
            <a:r>
              <a:t>•  Procedural Generation</a:t>
            </a:r>
            <a:br/>
            <a:r>
              <a:t>•  Externe Assets</a:t>
            </a:r>
            <a:br/>
            <a:r>
              <a:t>•  Animaties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5394960"/>
            <a:ext cx="2286000" cy="365760"/>
          </a:xfrm>
          <a:prstGeom prst="rect">
            <a:avLst/>
          </a:prstGeom>
          <a:solidFill>
            <a:srgbClr val="FFA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0" y="5394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F192D"/>
                </a:solidFill>
                <a:latin typeface="Calibri"/>
              </a:defRPr>
            </a:pPr>
            <a:r>
              <a:t>⏱ Zelf te kiezen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828800"/>
            <a:ext cx="3474720" cy="411480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0" y="1828800"/>
            <a:ext cx="347472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0" y="2103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D4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Mijlpaal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A7A8E"/>
                </a:solidFill>
                <a:latin typeface="Calibri"/>
              </a:defRPr>
            </a:pPr>
            <a:r>
              <a:t>Greyboxing Strand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5661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CD6E0"/>
                </a:solidFill>
                <a:latin typeface="Calibri"/>
              </a:defRPr>
            </a:pPr>
            <a:r>
              <a:t>Maak een map aan en bouw</a:t>
            </a:r>
            <a:br/>
            <a:r>
              <a:t>je statische strand-scene:</a:t>
            </a:r>
            <a:br/>
            <a:r>
              <a:t>•  Lucht</a:t>
            </a:r>
            <a:br/>
            <a:r>
              <a:t>•  Zand</a:t>
            </a:r>
            <a:br/>
            <a:r>
              <a:t>•  5+ objecten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5394960"/>
            <a:ext cx="228600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95360" y="5394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F192D"/>
                </a:solidFill>
                <a:latin typeface="Calibri"/>
              </a:defRPr>
            </a:pPr>
            <a:r>
              <a:t>⏱ Start vandaag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6217920"/>
            <a:ext cx="1069848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A7A8E"/>
                </a:solidFill>
                <a:latin typeface="Calibri"/>
              </a:defRPr>
            </a:pPr>
            <a:r>
              <a:t>Laptops open  ·  Lees de Reader  ·  Start met Lab 1  ·  Succes! 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777240"/>
            <a:ext cx="54864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Wat neem je mee?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A7A8E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D4FF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3D = X + Y + 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94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A7A8E"/>
                </a:solidFill>
                <a:latin typeface="Calibri"/>
              </a:defRPr>
            </a:pPr>
            <a:r>
              <a:t>De Z-as (diepte) is de fundamentele toevoeging aan 2D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80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D4FF"/>
                </a:solidFill>
                <a:latin typeface="Calibri"/>
              </a:defRPr>
            </a:pPr>
            <a:r>
              <a:t>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880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Entity-Component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A7A8E"/>
                </a:solidFill>
                <a:latin typeface="Calibri"/>
              </a:defRPr>
            </a:pPr>
            <a:r>
              <a:t>A-Frame: Entity = lege doos, Component = sticker met gedrag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D4FF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JS = je gereedschap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297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A7A8E"/>
                </a:solidFill>
                <a:latin typeface="Calibri"/>
              </a:defRPr>
            </a:pPr>
            <a:r>
              <a:t>A-Frame entities zijn HTML-elementen — al je JS-kennis werkt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983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D4FF"/>
                </a:solidFill>
                <a:latin typeface="Calibri"/>
              </a:defRPr>
            </a:pPr>
            <a:r>
              <a:t>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983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Greyboxing eerst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349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A7A8E"/>
                </a:solidFill>
                <a:latin typeface="Calibri"/>
              </a:defRPr>
            </a:pPr>
            <a:r>
              <a:t>Eerst ruimte en schaal, dan pas textures en details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5577840"/>
            <a:ext cx="54864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A7A8E"/>
                </a:solidFill>
                <a:latin typeface="Calibri"/>
              </a:defRPr>
            </a:pPr>
            <a:r>
              <a:t>Volgende les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Textures, Verlichting &amp; Interactie — je strand komt tot leven!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990</Words>
  <Application>Microsoft Macintosh PowerPoint</Application>
  <PresentationFormat>Widescreen</PresentationFormat>
  <Paragraphs>94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Melvin Loos</cp:lastModifiedBy>
  <cp:revision>3</cp:revision>
  <dcterms:created xsi:type="dcterms:W3CDTF">2013-01-27T09:14:16Z</dcterms:created>
  <dcterms:modified xsi:type="dcterms:W3CDTF">2026-09-22T15:14:37Z</dcterms:modified>
  <cp:category/>
</cp:coreProperties>
</file>